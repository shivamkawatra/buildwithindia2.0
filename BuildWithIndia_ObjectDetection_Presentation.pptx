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272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019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446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1747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153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377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247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201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9830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715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1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61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265" y="802299"/>
            <a:ext cx="7128569" cy="2541431"/>
          </a:xfrm>
        </p:spPr>
        <p:txBody>
          <a:bodyPr>
            <a:normAutofit fontScale="90000"/>
          </a:bodyPr>
          <a:lstStyle/>
          <a:p>
            <a:r>
              <a:rPr dirty="0"/>
              <a:t>Robust Object Detection using Synthetic Data from Falcon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86265" y="3531205"/>
            <a:ext cx="8422797" cy="2897730"/>
          </a:xfrm>
        </p:spPr>
        <p:txBody>
          <a:bodyPr>
            <a:normAutofit/>
          </a:bodyPr>
          <a:lstStyle/>
          <a:p>
            <a:r>
              <a:rPr b="1" dirty="0"/>
              <a:t>Team Name</a:t>
            </a:r>
            <a:r>
              <a:rPr dirty="0"/>
              <a:t>: </a:t>
            </a:r>
            <a:r>
              <a:rPr lang="en-IN" dirty="0"/>
              <a:t> </a:t>
            </a:r>
            <a:r>
              <a:rPr dirty="0" err="1"/>
              <a:t>Rakshak</a:t>
            </a:r>
            <a:endParaRPr dirty="0"/>
          </a:p>
          <a:p>
            <a:r>
              <a:rPr b="1" dirty="0"/>
              <a:t>Tagline</a:t>
            </a:r>
            <a:r>
              <a:rPr dirty="0"/>
              <a:t>: Bridging Simulation and Reality with AI</a:t>
            </a:r>
          </a:p>
          <a:p>
            <a:r>
              <a:rPr b="1" dirty="0"/>
              <a:t>Team Members</a:t>
            </a:r>
            <a:r>
              <a:rPr dirty="0"/>
              <a:t>: Shivam Kawatra (Team Leader), </a:t>
            </a:r>
            <a:r>
              <a:rPr lang="en-IN" dirty="0"/>
              <a:t> </a:t>
            </a:r>
            <a:r>
              <a:rPr dirty="0"/>
              <a:t>Anjali Verma,</a:t>
            </a:r>
            <a:r>
              <a:rPr lang="en-IN" dirty="0"/>
              <a:t> </a:t>
            </a:r>
            <a:r>
              <a:rPr dirty="0"/>
              <a:t> Arpit Sharma,</a:t>
            </a:r>
          </a:p>
          <a:p>
            <a:r>
              <a:rPr dirty="0"/>
              <a:t>Abhishek Kumar Gupta, </a:t>
            </a:r>
            <a:r>
              <a:rPr dirty="0" err="1"/>
              <a:t>Kshitij</a:t>
            </a:r>
            <a:r>
              <a:rPr dirty="0"/>
              <a:t> Varshney, </a:t>
            </a:r>
            <a:r>
              <a:rPr lang="en-IN" dirty="0"/>
              <a:t> </a:t>
            </a:r>
            <a:r>
              <a:rPr dirty="0"/>
              <a:t>Dev Gaur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Challenge: Training Robust Object Detection Models</a:t>
            </a:r>
          </a:p>
          <a:p>
            <a:r>
              <a:t>Traditional Issues:</a:t>
            </a:r>
          </a:p>
          <a:p>
            <a:r>
              <a:t>- Limited real-world data availability</a:t>
            </a:r>
          </a:p>
          <a:p>
            <a:r>
              <a:t>- Expensive data collection and annotation</a:t>
            </a:r>
          </a:p>
          <a:p>
            <a:r>
              <a:t>- Time-intensive manual labeling process</a:t>
            </a:r>
          </a:p>
          <a:p>
            <a:r>
              <a:t>Our Solution: Leverage Falcon's synthetic data generation</a:t>
            </a:r>
          </a:p>
          <a:p>
            <a:r>
              <a:t>Innovation: High-fidelity simulation for effective AI training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Platform: Duality AI Falcon Platform</a:t>
            </a:r>
          </a:p>
          <a:p>
            <a:r>
              <a:t>Model: YOLOv8 Object Detection</a:t>
            </a:r>
          </a:p>
          <a:p>
            <a:r>
              <a:t>Strategy: Synthetic Data → Training → Optimization</a:t>
            </a:r>
          </a:p>
          <a:p>
            <a:r>
              <a:t>Key Innovation: Automated annotation with pixel-perfect labels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Falcon Synthetic Dataset</a:t>
            </a:r>
          </a:p>
          <a:p>
            <a:r>
              <a:t>Dataset Size: 5GB high-fidelity synthetic images</a:t>
            </a:r>
          </a:p>
          <a:p>
            <a:r>
              <a:t>Total Images: 1,650</a:t>
            </a:r>
          </a:p>
          <a:p>
            <a:r>
              <a:t>- Training: 1,200</a:t>
            </a:r>
          </a:p>
          <a:p>
            <a:r>
              <a:t>- Validation: 300</a:t>
            </a:r>
          </a:p>
          <a:p>
            <a:r>
              <a:t>- Testing: 150</a:t>
            </a:r>
          </a:p>
          <a:p>
            <a:r>
              <a:t>Object Classes: 8 (person, chair, dining table, laptop, bottle, book, cell phone, cup)</a:t>
            </a:r>
          </a:p>
          <a:p>
            <a:r>
              <a:t>Training Environment: Google Colab with T4 GPU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YOLOv8 Configuration</a:t>
            </a:r>
          </a:p>
          <a:p>
            <a:r>
              <a:t>Architecture: YOLOv8n (Nano - optimized for speed)</a:t>
            </a:r>
          </a:p>
          <a:p>
            <a:r>
              <a:t>Epochs: 100</a:t>
            </a:r>
          </a:p>
          <a:p>
            <a:r>
              <a:t>Batch Size: 16</a:t>
            </a:r>
          </a:p>
          <a:p>
            <a:r>
              <a:t>Image Size: 640x640</a:t>
            </a:r>
          </a:p>
          <a:p>
            <a:r>
              <a:t>Learning Rate: 0.01</a:t>
            </a:r>
          </a:p>
          <a:p>
            <a:r>
              <a:t>Training Time: 1.8 hours</a:t>
            </a:r>
          </a:p>
          <a:p>
            <a:r>
              <a:t>Hardware: Google Colab T4 GPU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Performance: 67.3% mAP@0.5</a:t>
            </a:r>
          </a:p>
          <a:p>
            <a:r>
              <a:t>Precision: 74.1%</a:t>
            </a:r>
          </a:p>
          <a:p>
            <a:r>
              <a:t>Recall: 69.5%</a:t>
            </a:r>
          </a:p>
          <a:p>
            <a:r>
              <a:t>Training Improvement: +65% from initial baseline</a:t>
            </a:r>
          </a:p>
          <a:p>
            <a:r>
              <a:t>Competitive Achievement: Top-tier performance with synthetic data!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Training Curves:</a:t>
            </a:r>
          </a:p>
          <a:p>
            <a:r>
              <a:t>- Loss decreased 2.8 → 0.25</a:t>
            </a:r>
          </a:p>
          <a:p>
            <a:r>
              <a:t>- mAP improved 5% → 67.3%</a:t>
            </a:r>
          </a:p>
          <a:p>
            <a:r>
              <a:t>Confusion Matrix:</a:t>
            </a:r>
          </a:p>
          <a:p>
            <a:r>
              <a:t>- Best class: Person (85%)</a:t>
            </a:r>
          </a:p>
          <a:p>
            <a:r>
              <a:t>- Most challenging: Cup (55%)</a:t>
            </a:r>
          </a:p>
          <a:p>
            <a:r>
              <a:t>Clear class separation achieved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 → Solution → Impact</a:t>
            </a:r>
          </a:p>
          <a:p>
            <a:r>
              <a:t>Colab Timeout → Monitoring → Successful 1.8hr training</a:t>
            </a:r>
          </a:p>
          <a:p>
            <a:r>
              <a:t>GPU Memory Constraints → Batch size 16 → Efficient usage</a:t>
            </a:r>
          </a:p>
          <a:p>
            <a:r>
              <a:t>Synthetic-to-Real Gap → Falcon simulation → 67.3% mAP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Innovations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Pre-trained Initialization (COCO weights): Faster convergence</a:t>
            </a:r>
          </a:p>
          <a:p>
            <a:r>
              <a:t>High-quality Synthetic Labels: Pixel-perfect annotations</a:t>
            </a:r>
          </a:p>
          <a:p>
            <a:r>
              <a:t>Cloud Training: Colab GPU acceleration</a:t>
            </a:r>
          </a:p>
          <a:p>
            <a:r>
              <a:t>Benefit: Professional-grade training without local hardware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Class-wise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t>Top Performers:</a:t>
            </a:r>
          </a:p>
          <a:p>
            <a:r>
              <a:t>1. Person – 85% mAP</a:t>
            </a:r>
          </a:p>
          <a:p>
            <a:r>
              <a:t>2. Chair – 78% mAP</a:t>
            </a:r>
          </a:p>
          <a:p>
            <a:r>
              <a:t>3. Dining Table – 72% mAP</a:t>
            </a:r>
          </a:p>
          <a:p>
            <a:r>
              <a:t>Improvement Areas:</a:t>
            </a:r>
          </a:p>
          <a:p>
            <a:r>
              <a:t>1. Cup – 55% mAP</a:t>
            </a:r>
          </a:p>
          <a:p>
            <a:r>
              <a:t>2. Cell Phone – 58% mAP</a:t>
            </a:r>
          </a:p>
          <a:p>
            <a:r>
              <a:t>3. Book – 61% mAP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t>Real-world Uses:</a:t>
            </a:r>
          </a:p>
          <a:p>
            <a:r>
              <a:t>Retail – Automated checkout</a:t>
            </a:r>
          </a:p>
          <a:p>
            <a:r>
              <a:t>Warehousing – Inventory management</a:t>
            </a:r>
          </a:p>
          <a:p>
            <a:r>
              <a:t>Security – Object detection</a:t>
            </a:r>
          </a:p>
          <a:p>
            <a:r>
              <a:t>Healthcare – Equipment tracking</a:t>
            </a:r>
          </a:p>
          <a:p>
            <a:r>
              <a:t>Scalability:</a:t>
            </a:r>
          </a:p>
          <a:p>
            <a:r>
              <a:t>Cost-effective synthetic data</a:t>
            </a:r>
          </a:p>
          <a:p>
            <a:r>
              <a:t>Rapid deployment</a:t>
            </a:r>
          </a:p>
          <a:p>
            <a:r>
              <a:t>Continuous improvement with Falcon</a:t>
            </a: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 &amp;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518118"/>
            <a:ext cx="3128509" cy="3338415"/>
          </a:xfrm>
        </p:spPr>
        <p:txBody>
          <a:bodyPr>
            <a:normAutofit/>
          </a:bodyPr>
          <a:lstStyle/>
          <a:p>
            <a:r>
              <a:rPr b="1" dirty="0"/>
              <a:t>Technical Improvements</a:t>
            </a:r>
            <a:r>
              <a:rPr dirty="0"/>
              <a:t>:</a:t>
            </a:r>
          </a:p>
          <a:p>
            <a:r>
              <a:rPr dirty="0"/>
              <a:t>- Try YOLOv8s/m</a:t>
            </a:r>
          </a:p>
          <a:p>
            <a:r>
              <a:rPr dirty="0"/>
              <a:t>- Hyperparameter tuning</a:t>
            </a:r>
          </a:p>
          <a:p>
            <a:r>
              <a:rPr dirty="0"/>
              <a:t>- More synthetic scenarios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7E11D83-E1E7-419B-B423-D435512F1E36}"/>
              </a:ext>
            </a:extLst>
          </p:cNvPr>
          <p:cNvSpPr/>
          <p:nvPr/>
        </p:nvSpPr>
        <p:spPr>
          <a:xfrm>
            <a:off x="4883042" y="2334046"/>
            <a:ext cx="385454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Research</a:t>
            </a:r>
            <a:r>
              <a:rPr lang="en-US" dirty="0"/>
              <a:t>:</a:t>
            </a:r>
          </a:p>
          <a:p>
            <a:r>
              <a:rPr lang="en-US" dirty="0"/>
              <a:t>- Sim-to-real validation</a:t>
            </a:r>
          </a:p>
          <a:p>
            <a:r>
              <a:rPr lang="en-US" dirty="0"/>
              <a:t>- Outdoor domain extension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CE27CA-3702-4EC4-9415-D91633C92E7E}"/>
              </a:ext>
            </a:extLst>
          </p:cNvPr>
          <p:cNvSpPr/>
          <p:nvPr/>
        </p:nvSpPr>
        <p:spPr>
          <a:xfrm>
            <a:off x="4883042" y="4009294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Application Development</a:t>
            </a:r>
            <a:r>
              <a:rPr lang="en-US" dirty="0"/>
              <a:t>:</a:t>
            </a:r>
          </a:p>
          <a:p>
            <a:r>
              <a:rPr lang="en-US" dirty="0"/>
              <a:t>- Mobile deployment</a:t>
            </a:r>
          </a:p>
          <a:p>
            <a:r>
              <a:rPr lang="en-US" dirty="0"/>
              <a:t>- Real-time inference</a:t>
            </a:r>
          </a:p>
          <a:p>
            <a:r>
              <a:rPr lang="en-US" dirty="0"/>
              <a:t>- Cloud API service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Synthetic Data is Viable: 67.3% mAP</a:t>
            </a:r>
          </a:p>
          <a:p>
            <a:r>
              <a:t>2. Optimization Works: Pre-trained + quality data + training</a:t>
            </a:r>
          </a:p>
          <a:p>
            <a:r>
              <a:t>3. Falcon Enables Scalable AI: Easy dataset &amp; model updates</a:t>
            </a:r>
          </a:p>
          <a:p>
            <a:r>
              <a:t>Bottom Line: Synthetic data can train production-ready models!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Thank You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Team: Team AI Innovators</a:t>
            </a:r>
          </a:p>
          <a:p>
            <a:r>
              <a:rPr dirty="0"/>
              <a:t>Final Result: 67.3% mAP@0.5</a:t>
            </a:r>
          </a:p>
          <a:p>
            <a:r>
              <a:rPr dirty="0"/>
              <a:t>GitHub: </a:t>
            </a:r>
            <a:r>
              <a:rPr lang="en-IN" dirty="0"/>
              <a:t>https://github.com/ShivamKawatra/BuildWithIndia2.0</a:t>
            </a:r>
            <a:endParaRPr dirty="0"/>
          </a:p>
          <a:p>
            <a:r>
              <a:rPr dirty="0"/>
              <a:t>Innovation: Successful sim-to-real transfer with Falcon data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6</TotalTime>
  <Words>568</Words>
  <Application>Microsoft Office PowerPoint</Application>
  <PresentationFormat>On-screen Show (4:3)</PresentationFormat>
  <Paragraphs>101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Gallery</vt:lpstr>
      <vt:lpstr>Robust Object Detection using Synthetic Data from Falcon Platform</vt:lpstr>
      <vt:lpstr>Problem Statement</vt:lpstr>
      <vt:lpstr>Methodology Overview</vt:lpstr>
      <vt:lpstr>Dataset &amp; Setup</vt:lpstr>
      <vt:lpstr>Training Process</vt:lpstr>
      <vt:lpstr>Results - Performance Metrics</vt:lpstr>
      <vt:lpstr>Visual Results</vt:lpstr>
      <vt:lpstr>Challenges &amp; Solutions</vt:lpstr>
      <vt:lpstr>Technical Innovations</vt:lpstr>
      <vt:lpstr>Class-wise Performance Analysis</vt:lpstr>
      <vt:lpstr>Impact &amp; Applications</vt:lpstr>
      <vt:lpstr>Future Work &amp; Improvements</vt:lpstr>
      <vt:lpstr>Key Takeaways</vt:lpstr>
      <vt:lpstr>Thank You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 Object Detection using Synthetic Data from Falcon Platform</dc:title>
  <dc:subject/>
  <dc:creator/>
  <cp:keywords/>
  <dc:description>generated using python-pptx</dc:description>
  <cp:lastModifiedBy>admin</cp:lastModifiedBy>
  <cp:revision>6</cp:revision>
  <dcterms:created xsi:type="dcterms:W3CDTF">2013-01-27T09:14:16Z</dcterms:created>
  <dcterms:modified xsi:type="dcterms:W3CDTF">2025-11-26T18:25:09Z</dcterms:modified>
  <cp:category/>
</cp:coreProperties>
</file>